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entation" id="{bc3f2e0a-eab5-67c6-89bd-733036d2e6a6}">
          <p14:sldIdLst>
            <p14:sldId id="256"/>
            <p14:sldId id="257"/>
            <p14:sldId id="258"/>
            <p14:sldId id="259"/>
            <p14:sldId id="260"/>
            <p14:sldId id="261"/>
            <p14:sldId id="286"/>
          </p14:sldIdLst>
        </p14:section>
        <p14:section name="Core" id="{b6b886e1-d71e-103f-4e76-e10f67f78170}">
          <p14:sldIdLst>
            <p14:sldId id="262"/>
            <p14:sldId id="263"/>
            <p14:sldId id="264"/>
          </p14:sldIdLst>
        </p14:section>
        <p14:section name="Frontend" id="{2f42e91c-808b-85eb-595c-ffd716c79b29}">
          <p14:sldIdLst>
            <p14:sldId id="265"/>
            <p14:sldId id="266"/>
            <p14:sldId id="267"/>
            <p14:sldId id="268"/>
            <p14:sldId id="281"/>
            <p14:sldId id="282"/>
          </p14:sldIdLst>
        </p14:section>
        <p14:section name="Extensibility" id="{75c6378c-2b4d-69a2-c2c1-f381173b377f}">
          <p14:sldIdLst>
            <p14:sldId id="269"/>
            <p14:sldId id="270"/>
            <p14:sldId id="271"/>
            <p14:sldId id="272"/>
            <p14:sldId id="273"/>
            <p14:sldId id="283"/>
          </p14:sldIdLst>
        </p14:section>
        <p14:section name="Measurement" id="{300d7857-e3aa-fe4f-20c6-170133f22a95}">
          <p14:sldIdLst>
            <p14:sldId id="274"/>
            <p14:sldId id="275"/>
            <p14:sldId id="276"/>
            <p14:sldId id="277"/>
          </p14:sldIdLst>
        </p14:section>
        <p14:section name="Contributing" id="{b0e985e3-5634-77e9-3fc2-50631b59c791}">
          <p14:sldIdLst>
            <p14:sldId id="278"/>
            <p14:sldId id="279"/>
            <p14:sldId id="280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docs/architecture.md, docs/vision.md, port/README.md, ATTRIBUTION.md and zmax-native/README.md.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zmax is a fork of Helix, a modal IDE in Rust on a tree-sitter and LSP engine. Helix-derived files stay MPL-2.0 and the lineage is recorded in ATTRIBUTION.md.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docs/architecture.md, plus the crates zmax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Crates present in the tree beyond the Helix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scripting interpreters sit behind a Cargo feature that is on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is heavily based on CodeMirror 6. Primitives are functional: most operations return a new copy rather than modifying in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Ropes are modified by constructing an OT-like Transaction: a single coherent change that can be applied, inverted to produce an undo, and mapped over by selections and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 is the interface to tree-sitter ASTs for highlighting and other features. Grammars are fetched and built after install rather than during release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Document ties together the Rope, Selections, Syntax, history and language server. A View is an open split holding a document id and gutter, status line and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Widgets are Components. Layers are a Vec of components managed by the Compositor, rendered in push order, which is how a file picker appears over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sets up an Application that runs the event loop. commands.rs holds every command and keymap.rs links commands to key combinations.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zmax-event defines events such as opening, changing and closing documents and starting and stopping language servers, and hooks that run when they are emitted.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interpreters are pure-Rust crates compiled into the binary behind the scripting feature, sharing one host API and evaluated against the live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fzf.vim commands are driven by arb's --fzf mode called as a library, so the picker is a function call rather than a fork and exec of someone else's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host-plugin boundary is a hand-rolled versioned C ABI of repr(C) structs and extern C function pointers. The host refuses a plugin whose ABI_VERSION does not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declare_plugin! registers commands that resolve like the built-in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Content-addressed global store at ~/.zmax/pkg with installed.toml as the source of truth. A plugin repo may ship zmax-native.toml with [plugin] and [native] tables; without one the kind is auto-detected.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instrument that measures how much of other editors' feature surface zmax implements. The numerator is re-derived from zmax source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mapping to a zmax command that does not exist is flagged as broken, not counted. Items carry a doc_ref back to their source line or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of the denominator sources from port/README.md.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Emacs denominator is the entire manual indexes, including games, Dired, TeX-mode, Gnus and Calc. No editor ports that surface, so coverage is a low single-digit percentage by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change is measured against four pillars: zero config, maximum power, CLI-first native, parity with Spacemacs and JetBrains.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Refactoring is the largest open gap per docs/vision.md. Symbol-level refactors such as extract, inline and change-signature are mostly LSP-delegated and only partially wired.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thing verifiable against another editor or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 spacemacs preset layers a SPC leader and C-x prefix over vim emulation on the engine, with which-key popups. The pure vim preset drops that layer and C-x becomes decrement.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pages are generated so they cannot drift from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Code-executing features are gated behind explicit per-workspace trust, similar to direnv. LSP binaries come from PATH, never from the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Tagged releases build per-target tarballs for macOS and Linux on arm64 and x86_64, bundling the binary with its tree-sitter runtime, then bump the Homebrew tap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Third-party package repositories exist for Linux, macOS and Windows; see the book's package-managers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contributors. Everything here is from docs/architecture.md, docs/vision.md, port/README.md, ATTRIBUTION.md and zmax-native/README.md.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for developers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editor is built and measured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Core, view, terminal, plugins, port report.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the project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zmax is a fork of Helix, a modal IDE in Rust on a tree-sitter and LSP engine. Helix-derived files stay MPL-2.0 and the lineage is recorded in ATTRIBUTION.md.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Helix 25.7.1, forked 2026-06-24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MPL-2.0 file-level copyleft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Selection first, from Kakoune via Helix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Powerful with zero configuration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Six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7724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Orientation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Fork, crates, build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Core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Rope, selection, transaction, syntax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Frontend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View, compositor, terminal, event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Extensibility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Embedded languages, native plugins, packages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Measurement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The port report and its honesty contract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Contributing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300" dirty="0">
                          <a:solidFill>
                            <a:schemeClr val="bg2"/>
                          </a:solidFill>
                        </a:rPr>
                        <a:t>Vision, non-goals, where to start</a:t>
                      </a:r>
                      <a:endParaRPr lang="en-US" sz="2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Crates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crates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docs/architecture.md, plus the crates zmax added.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67512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Crate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Role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zmax-stdx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Extensions to the standard library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zmax-core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Core editing primitives, functional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zmax-lsp, zmax-lsp-types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Language server client and protocol types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zmax-dap, zmax-dap-types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Debug Adapter Protocol client and types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zmax-event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Event and hook primitives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zmax-loader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Building, fetching and loading external resources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zmax-view, zmax-term, zmax-tui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View abstractions, terminal UI, TUI primitives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Added by zmax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crates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Crates present in the tree beyond the Helix set.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zmax-native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native plugin C-ABI SDK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zmax-vcs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Present in the tree; see its README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zmax-parsec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Present in the tree; see its README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xtask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Build automation tasks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scripting interpreters sit behind a Cargo feature that is on by default.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310640"/>
          </a:xfrm>
          <a:prstGeom prst="roundRect">
            <a:avLst>
              <a:gd name="adj" fmla="val 8372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--bin zmax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--bin zmax --no-default-features --features git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84320"/>
            <a:ext cx="10515600" cy="204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rust-toolchain.toml floats to stable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Release builds do not compile tree-sitter grammars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Rope and selection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core is heavily based on CodeMirror 6. Primitives are functional: most operations return a new copy rather than modifying in place.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ropey; cheap to clone, easy snapshots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Ranges with a moving head and an immovable anchor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selection with one range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Multiple selections are a core primitive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Transactions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Ropes are modified by constructing an OT-like Transaction: a single coherent change that can be applied, inverted to produce an undo, and mapped over by selections and marks.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One coherent change to the document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Produces the undo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Selections and marks follow the change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Transaction::change and change_by_selection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Syntax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Syntax is the interface to tree-sitter ASTs for highlighting and other features. Grammars are fetched and built after install rather than during release builds.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Each grammar from its own upstream forge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One forge being down aborted every target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zmax -g fetch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zmax -g build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Document and 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Document ties together the Rope, Selections, Syntax, history and language server. A View is an open split holding a document id and gutter, status line and diagnostics.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Rope, selections, syntax, history, LSP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One split; many views can show one document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Stored per view in the document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The autoinfo box for pending keys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Compositor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Widgets are Components. Layers are a Vec of components managed by the Compositor, rendered in push order, which is how a file picker appears over the editor.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 buffer widgets draw to each cycle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An area limiting where a component renders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Rendered in the order pushed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Most live in zmax-term/src/ui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Terminal frontend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term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main sets up an Application that runs the event loop. commands.rs holds every command and keymap.rs links commands to key combinations.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commands.rs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Every command, tied to keybindings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keymap.rs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Key combinations to commands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Presets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keymap::PRESETS lists the selectable keymaps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Global state: documents, view tree, config, language servers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Events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event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zmax-event defines events such as opening, changing and closing documents and starting and stopping language servers, and hooks that run when they are emitted.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Document and language-server lifecycle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Registered handlers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AsyncHook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Cancellable tasks after events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Debounce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Built in for async hooks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Embedded languages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scripting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Twelve interpreters are pure-Rust crates compiled into the binary behind the scripting feature, sharing one host API and evaluated against the live buffer.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FFI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 bridge through a C ABI between them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API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One shared surface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scripting, on by default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--no-default-features drops every interpreter crate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arb as a library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scripting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fzf.vim commands are driven by arb's --fzf mode called as a library, so the picker is a function call rather than a fork and exec of someone else's binary.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process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 fork, no exec, no fzf binary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Compatible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Honors FZF_* variables and the user's fzf config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:Files, :Rg and the rest under SPC F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FZF_QUERY, FZF_PREVIEW_LINES, FZF_MATCH_COUNT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Native plugin ABI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host-plugin boundary is a hand-rolled versioned C ABI of repr(C) structs and extern C function pointers. The host refuses a plugin whose ABI_VERSION does not match.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997200"/>
          </a:xfrm>
          <a:prstGeom prst="roundRect">
            <a:avLst>
              <a:gd name="adj" fmla="val 3661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[lib]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crate-type = ["cdylib"]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[dependencies]</a:t>
            </a:r>
            <a:endParaRPr lang="en-US" sz="2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zmax-native = "0.4"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 minimal plugin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declare_plugin! registers commands that resolve like the built-in ones.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hello(host: &amp;Host, args: &amp;Args) -&gt; c_int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host.message(&amp;format!("hello, {}", args.rest().join(" ")));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host.insert_text("greetings\n");   // undoable edit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declare_plugin! { name: "hello", version: "0.1.0", commands: { "hello" =&gt; hello }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Package store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Content-addressed global store at ~/.zmax/pkg with installed.toml as the source of truth. A plugin repo may ship zmax-native.toml with [plugin] and [native] tables; without one the kind is auto-detected.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Pinning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SHA-256 in installed.toml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dlopen of the store's cdylib; the OS pages it in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zmax-native.toml, optional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689860"/>
            <a:ext cx="2491740" cy="34366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184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12820"/>
            <a:ext cx="1943100" cy="238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docs/PACKAGES.md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port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instrument that measures how much of other editors' feature surface zmax implements. The numerator is re-derived from zmax source on every run.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Denominator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port/data/*.json, parsed from upstream primary sources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port/mapping.json, the only curated artifact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scripts/gen_port_report.py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docs/port_report.md and .html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honesty contract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mapping to a zmax command that does not exist is flagged as broken, not counted. Items carry a doc_ref back to their source line or anchor.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Every inventory item parsed from a primary source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Flagged, not counted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Functionality coverage: distinct capabilities counted once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hardcoded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Live numbers live in the generated report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Sources measured against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few of the denominator sources from port/README.md.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40664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Source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Parsed from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Vim and Neovim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runtime/doc index, options and vimfn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Emacs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The Command Index and Key Index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Spacemacs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doc/DOCUMENTATION.org and layers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kakoune, nano, mc, vile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doc pages, global.c, shipped keymap, cmdtbl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JetBrains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The keymap reference and action registry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Why Emacs reads low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The Emacs denominator is the entire manual indexes, including games, Dired, TeX-mode, Gnus and Calc. No editor ports that surface, so coverage is a low single-digit percentage by construction.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Intentional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zmax is modal, not a chord editor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workflows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Spacemacs and JetBrains are the reference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Deliberately not chased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737485"/>
            <a:ext cx="2491740" cy="33889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9660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560445"/>
            <a:ext cx="1943100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keybinding_report and spacemacs_gaps narrow it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Vision and non-goals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change is measured against four pillars: zero config, maximum power, CLI-first native, parity with Spacemacs and JetBrains.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everything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zmax has an opinion: modal, selection then action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code golf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Consistency beats saving a keystroke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GUI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Native terminal first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feature needing manual setup is a bug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Known weak area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Refactoring is the largest open gap per docs/vision.md. Symbol-level refactors such as extract, inline and change-signature are mostly LSP-delegated and only partially wired.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Extract, inline, change-signature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Mostly LSP-delegated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number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Wire more of it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docs/spacemacs_gaps.md and port report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to start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thing verifiable against another editor or the report.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99360"/>
            <a:ext cx="10515600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Run the port report and pick a partial capability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Read docs/architecture.md before touching core or view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Write a native plugin from zmax-native/examples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Check docs/BUGS.md for open items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Open an issue with the keys and buffer that reproduce it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Keymap layering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keymap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default spacemacs preset layers a SPC leader and C-x prefix over vim emulation on the engine, with which-key popups. The pure vim preset drops that layer and C-x becomes decrement.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Presets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spacemacs, hybrid, vim, helix, kakoune, micro, nano, emacs, cua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keymap::PRESETS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keymap = "..." or :keymap &lt;name&gt;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book configuration page and the static-command reference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Generated 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docs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Reference pages are generated so they cannot drift from the code.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commands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book/src/generated/static-cmd.md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report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book/src/generated/port-report.md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docs/port_report and docs/keybinding_report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scripts/gen_port_report.py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Workspace trust model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trust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Code-executing features are gated behind explicit per-workspace trust, similar to direnv. LSP binaries come from PATH, never from the workspace.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Local config files and a repo's .git/config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auto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Debug adapters are launched by the user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:workspace-trust, remembered across sessions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Trust or Never for an unseen workspace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Releases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release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Tagged releases build per-target tarballs for macOS and Linux on arm64 and x86_64, bundling the binary with its tree-sitter runtime, then bump the Homebrew tap formula.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git tag vX.Y.Z and push tags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Per-target tarballs on the GitHub release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Bump of homebrew-menketech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HOMEBREW_TAP_TOKEN with write access to the tap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devs / release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Third-party package repositories exist for Linux, macOS and Windows; see the book's package-managers page.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Distribution repositories, Flatpak, Snap, AppImage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Homebrew and MacPorts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Winget, Scoop, Chocolatey, MSYS2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Repology badge tracks versions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for developers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github.com/MenkeTechnologies/zmax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zmax for developers</dc:title>
  <dc:subject>PptxGenJS Presentation</dc:subject>
  <dc:creator>PptxGenJS</dc:creator>
  <cp:lastModifiedBy>PptxGenJS</cp:lastModifiedBy>
  <cp:revision>1</cp:revision>
  <dcterms:created xsi:type="dcterms:W3CDTF">2026-10-10T01:18:05Z</dcterms:created>
  <dcterms:modified xsi:type="dcterms:W3CDTF">2026-10-10T01:18:05Z</dcterms:modified>
</cp:coreProperties>
</file>