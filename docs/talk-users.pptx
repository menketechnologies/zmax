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1bc1e8e3-b9d3-5c21-6457-485d714fe58c}">
          <p14:sldIdLst>
            <p14:sldId id="256"/>
            <p14:sldId id="257"/>
            <p14:sldId id="258"/>
            <p14:sldId id="259"/>
            <p14:sldId id="260"/>
            <p14:sldId id="261"/>
            <p14:sldId id="304"/>
          </p14:sldIdLst>
        </p14:section>
        <p14:section name="Editing" id="{3e2d7af5-7b43-0c06-207f-2bfd4683f475}">
          <p14:sldIdLst>
            <p14:sldId id="262"/>
            <p14:sldId id="263"/>
            <p14:sldId id="264"/>
            <p14:sldId id="265"/>
            <p14:sldId id="266"/>
            <p14:sldId id="285"/>
            <p14:sldId id="286"/>
            <p14:sldId id="287"/>
            <p14:sldId id="288"/>
            <p14:sldId id="289"/>
            <p14:sldId id="290"/>
          </p14:sldIdLst>
        </p14:section>
        <p14:section name="IDE" id="{2f27006f-22e7-40d4-9a97-464e710ad788}">
          <p14:sldIdLst>
            <p14:sldId id="267"/>
            <p14:sldId id="268"/>
            <p14:sldId id="269"/>
            <p14:sldId id="270"/>
            <p14:sldId id="271"/>
            <p14:sldId id="272"/>
            <p14:sldId id="291"/>
            <p14:sldId id="292"/>
          </p14:sldIdLst>
        </p14:section>
        <p14:section name="Scripting" id="{317f09ea-8ac1-2774-409b-69ce91b0c9cb}">
          <p14:sldIdLst>
            <p14:sldId id="273"/>
            <p14:sldId id="274"/>
            <p14:sldId id="275"/>
          </p14:sldIdLst>
        </p14:section>
        <p14:section name="Plugins" id="{a23343a9-d521-2851-458a-413e6af67c89}">
          <p14:sldIdLst>
            <p14:sldId id="276"/>
            <p14:sldId id="277"/>
            <p14:sldId id="278"/>
            <p14:sldId id="279"/>
            <p14:sldId id="280"/>
          </p14:sldIdLst>
        </p14:section>
        <p14:section name="Embedded" id="{ea705c2c-998d-f3c5-f7ab-042373284aa2}">
          <p14:sldIdLst>
            <p14:sldId id="281"/>
            <p14:sldId id="282"/>
            <p14:sldId id="283"/>
            <p14:sldId id="284"/>
            <p14:sldId id="293"/>
            <p14:sldId id="294"/>
            <p14:sldId id="295"/>
            <p14:sldId id="296"/>
            <p14:sldId id="297"/>
            <p14:sldId id="298"/>
            <p14:sldId id="299"/>
          </p14:sldIdLst>
        </p14:section>
        <p14:section name="Reference" id="{4b02f0ee-76d2-94e4-ef99-f23131ac8a0c}">
          <p14:sldIdLst>
            <p14:sldId id="300"/>
            <p14:sldId id="301"/>
            <p14:sldId id="302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people who would use zmax as their editor. Everything here is a command or setting from the README and the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CLI IDE with a single design goal: maximally powerful with zero user configuration. Install the binary, open a project and get LSP, a debugger, tree-sitter, a fuzzy picker, a project tree, a PTY terminal and magit-style git on first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Homebrew is the install path. Tagged releases build per-target tarballs for macOS and Linux, arm64 and x86_64, bundling the binary with its tree-sitter runtime.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toolchain floats to stable via rust-toolchain.toml.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defaults are the product. You can still customise keymaps, themes and settings, but you should never have to in order to be productive.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with keymap = "..." in config.toml or :keymap &lt;name&gt; at runtime. The list is keymap::PRESETS.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Vim keys including operator-pending edits such as dd, dw, cw and yy, emulated on the engine, plus the SPC leader and the Emacs C-x prefix. Both open a which-key popup.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small things you will use constantly.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:help or SPC h h is searchable across every command, key and topic. SPC h describe-* routes symbol lookups through LSP hover.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than 200 : commands run on the selection or the whole buffer. When a transform needs real logic, drop to the embedded languages.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picker is arb --fzf running in this process: no fork, no exec and no fzf binary. It reads the same FZF_* variables.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:ide or F2 opens the layout that persists to appdata.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real PTY terminal in a pane, and an emacs-style comint shell for line-oriented subprocesses.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Magit-style interactive rebase, per-hunk staging and branch and stash menus, plus diff and merge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:github is the whole forge in nine tabs. It authenticates through the gh CLI when installed, else through $GITHUB_TOKEN.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Panels for tasks that usually mean leaving the editor.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interpreter is a pure-Rust crate compiled into the binary, sharing one host API rather than bridging through a C ABI. They run against the live buffer.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SPC a r or :repl opens a REPL fronting all of them. ~/.zmax/init.el and init.vim are sourced at startup.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:xpipe filters a selection through a chain of embedded languages in this process, with no fork, no execve and no pipe file descriptors. The whole chain lands as one undo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native plugin is a compiled Rust cdylib loaded at runtime with :zmax-native load &lt;path&gt;, with no editor recompile. It registers typable : commands over a frozen, versioned C ABI.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Helix, which zmax forks, ships no plugin package manager. zmax installs compiled plugins straight from a repo into a content-addressed store at ~/.zmax/pkg, SHA-256 pinned.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one line per plugin in your config to self-install on first launch and load with zero network after.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surface from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Installable standalone cdylib crates built against the zmax-native SDK.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zmax drives the same command-line backends the official IDEs use, arduino-cli and pio, so no GUI is needed. Per-project settings persist to embedded.toml; the leader menu is SPC a 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:pio-env selects the [env:...] from platformio.ini. Every project-scoped pio action then targets that one environment with -e.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PTY serial monitors and a plotter that graphs numbers streaming from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Any backend command is reachable even when it has no named command.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Built-in surround in the style of vim-surround with vim-sandwich keys. It works on multiple selections, so you can change every (use) to [use].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 selects around and mi selects inside. Tree-sitter provides the structural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Alt-p, Alt-o, Alt-i and Alt-n, or Alt with the arrow keys, move the selection by its place in the syntax tree. :tree-sitter-subtree shows the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Significant movements store the selections from before the move as a jump, so you can jump away, edit, and return with your previous selections.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book's jumplist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Registers store text and other data such as search results. Use " to select one, as in Vim.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Several features can execute arbitrary code: language servers, debug adapters, local workspace config and git filters. Zmax gates them behind per-workspace trust, in the direnv style.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a file in an unknown workspace shows a modal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README's test and check bullets.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Search, install and update Arduino cores and boards from inside the editor.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Arduino libraries and PlatformIO packages share the same panel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FQBN and serial port from lists.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Debuggers launch in a terminal panel and maintenance commands keep cores and libraries current.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Sketch and project scaffolding and configuration 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Remote agents and registry authoring are reachable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sync-zwire-theme = true under [editor], zmax bidirectionally syncs its colourscheme with the zwire terminal host, so the editor, browser and HUD share one scheme. Off by default.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embedded scripting languages live behind the scripting Cargo feature, on by default. Disable default features and keep git for a leaner binary.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is measured against the cited feature inventories of other terminal editors and re-derived from zmax source on every run. The live numbers are in the generated report, never hardcoded.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page people can photograph.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people who would use zmax as their editor. Everything here is a command or setting from the README and the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zmax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wizard-RustroverProjects-zshrs/2555d359-9a79-4736-9207-869cc21577b1/scratchpad/zmax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4280" y="4114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zmax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8229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zmax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3200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for users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modal IDE in Rust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Maximum power, zero configuration.</a:t>
            </a:r>
            <a:endParaRPr lang="en-US" sz="2600" dirty="0"/>
          </a:p>
        </p:txBody>
      </p:sp>
      <p:sp>
        <p:nvSpPr>
          <p:cNvPr id="8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it 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overview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553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2"/>
                </a:solidFill>
              </a:rPr>
              <a:t>A CLI IDE with a single design goal: maximally powerful with zero user configuration. Install the binary, open a project and get LSP, a debugger, tree-sitter, a fuzzy picker, a project tree, a PTY terminal and magit-style git on first launch.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2546985"/>
            <a:ext cx="2491740" cy="35794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755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binary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69945"/>
            <a:ext cx="1943100" cy="252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Static, native Rust; no Electron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546985"/>
            <a:ext cx="2491740" cy="35794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755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config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69945"/>
            <a:ext cx="1943100" cy="252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No init.el, no plugin manager, no setup ritual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546985"/>
            <a:ext cx="2491740" cy="35794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755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Familiar keys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69945"/>
            <a:ext cx="1943100" cy="252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Spacemacs and JetBrains workflows are the reference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546985"/>
            <a:ext cx="2491740" cy="357949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7558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Scriptable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69945"/>
            <a:ext cx="1943100" cy="2527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Twelve embedded languages and native plugins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this deck covers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agenda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Seven parts.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138160"/>
              </a:tblGrid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Part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chemeClr val="accent1"/>
                          </a:solidFill>
                        </a:rPr>
                        <a:t>Contents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Start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Install, grammars, first launch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Editing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Keymaps, leader, motions, help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IDE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Picker, workbench, terminal, git, GitHub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Scripting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Embedded languages, REPL, pipelines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Plugins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Native plugins and the package manager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Embedded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Arduino and PlatformIO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0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Reference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chemeClr val="bg2"/>
                          </a:solidFill>
                        </a:rPr>
                        <a:t>Build, config, cheat sheets</a:t>
                      </a:r>
                      <a:endParaRPr lang="en-US" sz="2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Install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install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Homebrew is the install path. Tagged releases build per-target tarballs for macOS and Linux, arm64 and x86_64, bundling the binary with its tree-sitter runtime.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MenkeTechnologies/menketech/zmax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-g fetch &amp;&amp; zmax -g build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620895"/>
            <a:ext cx="10515600" cy="1505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Release builds do not compile grammars; fetch and build them once after install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From source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install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toolchain floats to stable via rust-toolchain.toml.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 --bin zmax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./target/debug/zmax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Zero configuration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vision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defaults are the product. You can still customise keymaps, themes and settings, but you should never have to in order to be productive.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launch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Everything works with no setup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manager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No Mason, no PackerSync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bootstrap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No external language-server ritual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How much you can do having configured nothing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Keymap presets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keymap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Select with keymap = "..." in config.toml or :keymap &lt;name&gt; at runtime. The list is keymap::PRESETS.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6858000"/>
              </a:tblGrid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Preset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chemeClr val="accent1"/>
                          </a:solidFill>
                        </a:rPr>
                        <a:t>Notes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spacemacs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Default: vim keys plus the SPC leader and C-x prefix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hybrid, vim, helix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The pure vim preset drops the spacemacs layer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kakoune, micro, nano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Other editors' defaults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254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emacs, cua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chemeClr val="bg2"/>
                          </a:solidFill>
                        </a:rPr>
                        <a:t>Chord and common-user-access styles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spacemacs default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keymap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Vim keys including operator-pending edits such as dd, dw, cw and yy, emulated on the engine, plus the SPC leader and the Emacs C-x prefix. Both open a which-key popup.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Vim keys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dd, dw, cw, yy and the rest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SPC leader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Which-key popup tree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C-x prefix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Emacs chords with which-key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emacs and JetBrains functionality on top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Wildfire and start screen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editing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Two small things you will use constantly.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5166360" cy="4008120"/>
          </a:xfrm>
          <a:prstGeom prst="roundRect">
            <a:avLst>
              <a:gd name="adj" fmla="val 273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Wildfire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461772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Press &lt;ret&gt; in normal mode to select the closest text object, again to grow, &lt;backspace&gt; to shrink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6172200" y="2118360"/>
            <a:ext cx="5166360" cy="4008120"/>
          </a:xfrm>
          <a:prstGeom prst="roundRect">
            <a:avLst>
              <a:gd name="adj" fmla="val 273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46520" y="23469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screen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446520" y="2941320"/>
            <a:ext cx="461772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Startify-style recent files by frecency and MRU; reopen with :startify, :banner or SPC b h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Help browser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editing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:help or SPC h h is searchable across every command, key and topic. SPC h describe-* routes symbol lookups through LSP hover.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Commands, keys and topics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Describe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SPC h routes through LSP hover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Org-mode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Folding, TODO cycling, capture, agenda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200+ selection-transform commands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Selection transforms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editing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More than 200 : commands run on the selection or the whole buffer. When a transform needs real logic, drop to the embedded languages.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JSON, CSV and TOML reshaping, number and stats ops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Case conversion, line ops, align, reflow, dedup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Base32, Caesar, Morse, CRC32, rot47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:uuid, :lorem, :date, :seq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fzf.vim without fzf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picker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picker is arb --fzf running in this process: no fork, no exec and no fzf binary. It reads the same FZF_* variables.</a:t>
            </a:r>
            <a:endParaRPr lang="en-US" sz="2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67610"/>
          <a:ext cx="10515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6400800"/>
              </a:tblGrid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Command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chemeClr val="accent1"/>
                          </a:solidFill>
                        </a:rPr>
                        <a:t>Does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:Files, :GFiles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Pick files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:Rg, :BLines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Search content and lines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:Buffers, :Maps, :Colors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Pick buffers, keymaps, themes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7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Variables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chemeClr val="bg2"/>
                          </a:solidFill>
                        </a:rPr>
                        <a:t>FZF_DEFAULT_OPTS, FZF_DEFAULT_OPTS_FILE, FZF_DEFAULT_COMMAND, FZF_CTRL_T_*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IDE workbench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ide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:ide or F2 opens the layout that persists to appdata.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tree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Project file tree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Outline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Tree-sitter structure outline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Panels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Problems and run panels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Minimap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Error-stripe minimap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Terminals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terminal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 real PTY terminal in a pane, and an emacs-style comint shell for line-oriented subprocesses.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:terminal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PTY shell in a pane; C-\ window leader for split and focus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comint_shell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emacs M-x shell: Enter runs, output streams to scrollback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M-p and M-n walk input history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C-c interrupts, F12 detaches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Git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git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Magit-style interactive rebase, per-hunk staging and branch and stash menus, plus diff and merge tools.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:diff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The buffer against git HEAD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:merge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3-pane ours, result, theirs with a diff3 base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]n and [n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Jump between conflict markers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Magit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Rebase, hunks, branches, stashes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GitHub browser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github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:github is the whole forge in nine tabs. It authenticates through the gh CLI when installed, else through $GITHUB_TOKEN.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Runs with jobs, steps and foldable logs; rerun, cancel, dispatch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Pull requests with checks and diffs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Tracking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Issues, releases, branches, commits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Inbox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Notification inbox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Built-in TUIs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tui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Panels for tasks that usually mean leaving the editor.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:snippets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CRUD library; type a trigger and press Tab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:hex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xxd-style viewer and editor; binaries open here automatically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:diff, :merge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Buffer against HEAD; conflict resolver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Org-mode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Outline folding and agenda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Twelve embedded languages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scripting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Every interpreter is a pure-Rust crate compiled into the binary, sharing one host API rather than bridging through a C ABI. They run against the live buffer.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elisp (:elisp), vimscript (:vim), awk (:awk)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Shells and Perl-likes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zsh (:zsh), stryke (:stryke)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Scripting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ruby, php, python, node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arb (:arb), tcl (:tcl), R (:rlang) on unix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REPL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scripting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SPC a r or :repl opens a REPL fronting all of them. ~/.zmax/init.el and init.vim are sourced at startup.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:repl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:elisp (message "hello")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:awk '{print $2}'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815840"/>
            <a:ext cx="10515600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See book/src/scripting.md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Polyglot pipelines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xpipe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:xpipe filters a selection through a chain of embedded languages in this process, with no fork, no execve and no pipe file descriptors. The whole chain lands as one undo step.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782320"/>
          </a:xfrm>
          <a:prstGeom prst="roundRect">
            <a:avLst>
              <a:gd name="adj" fmla="val 14026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32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:xpipe awk '{print $2}' |&gt; php 'echo strtoupper($stdin);' |&gt; ruby 'stdin.reverse'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889375"/>
            <a:ext cx="10515600" cy="2237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Stages are separated by a whitespace-delimited |&gt;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Each stage receives the previous output as stdin in its own syntax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An N-stage chain is N calls into linked interpreters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Native plugins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plugins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 native plugin is a compiled Rust cdylib loaded at runtime with :zmax-native load &lt;path&gt;, with no editor recompile. It registers typable : commands over a frozen, versioned C ABI.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:zmax-native load, unload, list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API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Read and edit the buffer, run command lines, post status messages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SDK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The zmax-native crate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hello, insert-date, buffer-stats, trim-trailing, banner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Package manager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packages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Helix, which zmax forks, ships no plugin package manager. zmax installs compiled plugins straight from a repo into a content-addressed store at ~/.zmax/pkg, SHA-256 pinned.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2042160"/>
          </a:xfrm>
          <a:prstGeom prst="roundRect">
            <a:avLst>
              <a:gd name="adj" fmla="val 5373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:zmax-native add owner/repo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:zmax-native add owner/repo@v1.2.0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:zmax-native add path:./my-plugin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149215"/>
            <a:ext cx="105156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900" dirty="0">
                <a:solidFill>
                  <a:schemeClr val="bg2"/>
                </a:solidFill>
              </a:rPr>
              <a:t>Loading is by mmap; the library is never copied into a buffer</a:t>
            </a:r>
            <a:endParaRPr lang="en-US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Self-installing config lines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packages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Put one line per plugin in your config to self-install on first launch and load with zero network after.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10515600" cy="1310640"/>
          </a:xfrm>
          <a:prstGeom prst="roundRect">
            <a:avLst>
              <a:gd name="adj" fmla="val 8372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727960"/>
            <a:ext cx="987552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:zmax-native get owner/repo   # install if absent, else load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:zmax-native sync             # load every installed plugin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Package commands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packages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The full surface from the README.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add (install, i), get (ensure), sync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registry (installed), info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update (upgrade, up), gc [--dry-run], clean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remove (rm, uninstall)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Example plugins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packages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Installable standalone cdylib crates built against the zmax-native SDK.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zmax-native-wc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:wc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zmax-native-uuid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:uuid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zmax-native-toc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:toc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zmax-native-lorem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:lorem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Arduino and PlatformIO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embedded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zmax drives the same command-line backends the official IDEs use, arduino-cli and pio, so no GUI is needed. Per-project settings persist to embedded.toml; the leader menu is SPC a v.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and flash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:arduino-compile, :arduino-upload, :pio-build, :pio-upload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Live PTY monitor and plotter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Boards and libraries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Search, install and manage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:arduino-debug and :pio-debug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PlatformIO environments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embedded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:pio-env selects the [env:...] from platformio.ini. Every project-scoped pio action then targets that one environment with -e.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10515600" cy="2570480"/>
          </a:xfrm>
          <a:prstGeom prst="roundRect">
            <a:avLst>
              <a:gd name="adj" fmla="val 4269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696210"/>
            <a:ext cx="9875520" cy="211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:pio-env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:pio-build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:pio-upload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:pio-upload-monitor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5312410"/>
            <a:ext cx="10515600" cy="81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chemeClr val="bg2"/>
                </a:solidFill>
              </a:rPr>
              <a:t>Compiler diagnostics land in *compilation* so :next-error walks avr-gcc and arm-gcc errors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Serial monitor and plotter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embedded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Live PTY serial monitors and a plotter that graphs numbers streaming from the board.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:arduino-monitor, :pio-monitor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Plotter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:arduino-plotter, :pio-plotter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Baud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:embedded-baud &lt;rate&gt;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:pio-monitor-filter time, log2file, hexlify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Raw passthrough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embedded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Any backend command is reachable even when it has no named command.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:pio &lt;args&gt;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Runs pio in a terminal panel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:arduino-cli &lt;args&gt;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Alias :acli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Every subcommand and future flag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 terminal panel inside the editor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Surround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surround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Built-in surround in the style of vim-surround with vim-sandwich keys. It works on multiple selections, so you can change every (use) to [use].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ms&lt;char&gt;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Add surround characters to the selection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mr&lt;old&gt;&lt;new&gt;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Replace the closest surround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md&lt;char&gt;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Delete the closest surround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Counts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Act on outer pairs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Textobjects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textobjects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ma selects around and mi selects inside. Tree-sitter provides the structural objects.</a:t>
            </a:r>
            <a:endParaRPr lang="en-US" sz="24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499360"/>
          <a:ext cx="10515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6675120"/>
              </a:tblGrid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chemeClr val="accent1"/>
                          </a:solidFill>
                        </a:rPr>
                        <a:t>After mi or ma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b="1" dirty="0">
                          <a:solidFill>
                            <a:schemeClr val="accent1"/>
                          </a:solidFill>
                        </a:rPr>
                        <a:t>Selects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w, W, p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Word, WORD, paragraph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( [ ' and so on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The specified surround pair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m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The closest surround pair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f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Function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4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t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500" dirty="0">
                          <a:solidFill>
                            <a:schemeClr val="bg2"/>
                          </a:solidFill>
                        </a:rPr>
                        <a:t>Type or class</a:t>
                      </a:r>
                      <a:endParaRPr lang="en-US" sz="25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Syntax-aware motions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motions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Alt-p, Alt-o, Alt-i and Alt-n, or Alt with the arrow keys, move the selection by its place in the syntax tree. :tree-sitter-subtree shows the tree.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Expand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Alt-o selects the parent node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349758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Shrink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Alt-i selects the child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617220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Siblings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Alt-p and Alt-n move between siblings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846820" y="2832735"/>
            <a:ext cx="2491740" cy="3293745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61335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55695"/>
            <a:ext cx="1943100" cy="2242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dirty="0">
                <a:solidFill>
                  <a:schemeClr val="bg2"/>
                </a:solidFill>
              </a:rPr>
              <a:t>:tree-sitter-subtree</a:t>
            </a:r>
            <a:endParaRPr lang="en-US" sz="2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Jumplist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jumplist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775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Significant movements store the selections from before the move as a jump, so you can jump away, edit, and return with your previous selections.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Ctrl-s saves a jump manually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Ctrl-o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Ctrl-i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467610"/>
            <a:ext cx="2491740" cy="36588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6962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Picker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290570"/>
            <a:ext cx="1943100" cy="2607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Space-j lists the jumplist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What makes a jump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jumplist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From the book's jumplist page.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Buffers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Switching, opening a file, pickers, global search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/ search, select_regex and split_regex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Selections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keep_selections and remove_selections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File ends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goto_file_start and goto_file_end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Registers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registers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Registers store text and other data such as search results. Use " to select one, as in Vim.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User-defined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"ay yanks to a; "op pastes from 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into one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"hc stores the selection in h, then changes it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into one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"md stores in m and deletes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tmux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tmux paste buffers are reachable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Workspace trust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trust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Several features can execute arbitrary code: language servers, debug adapters, local workspace config and git filters. Zmax gates them behind per-workspace trust, in the direnv style.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Gated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.zmax/config.toml, .zmax/languages.toml, repo .git/config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349758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LSP binaries come from PATH, not the workspace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617220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DAP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Never started automatically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846820" y="2785110"/>
            <a:ext cx="2491740" cy="334137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301371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Grant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608070"/>
            <a:ext cx="1943100" cy="2289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:workspace-trust, remembered across sessions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The trust prompt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trust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Opening a file in an unknown workspace shows a modal prompt.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Allow the workspace permanently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Exclude it and never prompt again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A freshly cloned repo or checked-out PR is untrusted code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Similar to direnv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PlatformIO test and analysis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embedded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From the README's test and check bullets.</a:t>
            </a:r>
            <a:endParaRPr lang="en-US" sz="2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1836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5943600"/>
              </a:tblGrid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Command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b="1" dirty="0">
                          <a:solidFill>
                            <a:schemeClr val="accent1"/>
                          </a:solidFill>
                        </a:rPr>
                        <a:t>Does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:pio-test, :pio-list-tests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Run and list unit tests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:pio-test-filter &lt;pattern&gt;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Run one suite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:pio-check, :pio-check-severity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Static analysis by severity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:pio-test-junit &lt;path&gt;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Write a CI report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80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:pio-test-json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100" dirty="0">
                          <a:solidFill>
                            <a:schemeClr val="bg2"/>
                          </a:solidFill>
                        </a:rPr>
                        <a:t>Dump results as JSON to a scratch buffer</a:t>
                      </a:r>
                      <a:endParaRPr lang="en-US" sz="2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1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Boards manager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embedded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Search, install and update Arduino cores and boards from inside the editor.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:arduino-core-search, :arduino-board-search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:arduino-core-install, :arduino-core-download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:arduino-core-list and -updatable, -all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Maintain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:arduino-core-update-index, -upgrade, -uninstall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Library manager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embedded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Arduino libraries and PlatformIO packages share the same panel flow.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Arduino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:arduino-lib-search, -install, -list, -upgrade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git or zip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:arduino-lib-install-git, -install-zip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PlatformIO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:pio-lib-search, -install, -list, -show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:pio-pkg-list-libraries, -platforms, -tools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Boards and ports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embedded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Pick the FQBN and serial port from lists.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:arduino-boards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Pick the FQBN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:arduino-ports, :pio-devices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Pick the serial port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:pio-boards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Board Explorer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:pio-device-serial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Serial ports only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Debug and maintenance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embedded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807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Debuggers launch in a terminal panel and maintenance commands keep cores and libraries current.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:arduino-debug, :pio-debug, -info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49758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:arduino-update, :arduino-upgrade, :arduino-outdated</a:t>
            </a:r>
            <a:endParaRPr lang="en-US" sz="2600" dirty="0"/>
          </a:p>
        </p:txBody>
      </p:sp>
      <p:sp>
        <p:nvSpPr>
          <p:cNvPr id="12" name="Shape 9"/>
          <p:cNvSpPr/>
          <p:nvPr/>
        </p:nvSpPr>
        <p:spPr>
          <a:xfrm>
            <a:off x="617220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PlatformIO core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:pio-upgrade, :pio-system-info</a:t>
            </a:r>
            <a:endParaRPr lang="en-US" sz="2600" dirty="0"/>
          </a:p>
        </p:txBody>
      </p:sp>
      <p:sp>
        <p:nvSpPr>
          <p:cNvPr id="15" name="Shape 12"/>
          <p:cNvSpPr/>
          <p:nvPr/>
        </p:nvSpPr>
        <p:spPr>
          <a:xfrm>
            <a:off x="8846820" y="2499360"/>
            <a:ext cx="2491740" cy="3627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727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3322320"/>
            <a:ext cx="1943100" cy="25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2"/>
                </a:solidFill>
              </a:rPr>
              <a:t>:pio-system-prune and scoped variants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Projects and config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embedded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Sketch and project scaffolding and configuration views.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</a:t>
            </a:r>
            <a:endParaRPr lang="en-US" sz="25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:arduino-new-sketch, :pio-init &lt;board&gt;</a:t>
            </a:r>
            <a:endParaRPr lang="en-US" sz="25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:pio-project-config, -lint, -metadata</a:t>
            </a:r>
            <a:endParaRPr lang="en-US" sz="25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</a:t>
            </a:r>
            <a:endParaRPr lang="en-US" sz="25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:pio-project-config-json for tooling</a:t>
            </a:r>
            <a:endParaRPr lang="en-US" sz="25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Alternate</a:t>
            </a:r>
            <a:endParaRPr lang="en-US" sz="25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chemeClr val="bg2"/>
                </a:solidFill>
              </a:rPr>
              <a:t>:pio-build-conf &lt;path&gt; runs against another platformio.ini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PlatformIO remote and accounts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embedded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Remote agents and registry authoring are reachable too.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:pio-remote-agent-start, -devices, -run, -test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9758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190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377190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:pio-account-login, -logout, -show, -token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617220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4652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Orgs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44652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:pio-org-list, :pio-team-list, :pio-access-list</a:t>
            </a:r>
            <a:endParaRPr lang="en-US" sz="2800" dirty="0"/>
          </a:p>
        </p:txBody>
      </p:sp>
      <p:sp>
        <p:nvSpPr>
          <p:cNvPr id="15" name="Shape 12"/>
          <p:cNvSpPr/>
          <p:nvPr/>
        </p:nvSpPr>
        <p:spPr>
          <a:xfrm>
            <a:off x="8846820" y="2118360"/>
            <a:ext cx="2491740" cy="4008120"/>
          </a:xfrm>
          <a:prstGeom prst="roundRect">
            <a:avLst>
              <a:gd name="adj" fmla="val 440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121140" y="2346960"/>
            <a:ext cx="1943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Registry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9121140" y="2941320"/>
            <a:ext cx="1943100" cy="2956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bg2"/>
                </a:solidFill>
              </a:rPr>
              <a:t>:pio-pkg-pack, -publish, -unpublish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zwire theme sync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theme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93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With sync-zwire-theme = true under [editor], zmax bidirectionally syncs its colourscheme with the zwire terminal host, so the editor, browser and HUD share one scheme. Off by default.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2960" y="2785110"/>
            <a:ext cx="10515600" cy="1513840"/>
          </a:xfrm>
          <a:prstGeom prst="roundRect">
            <a:avLst>
              <a:gd name="adj" fmla="val 7248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13710"/>
            <a:ext cx="9875520" cy="1056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[editor]</a:t>
            </a:r>
            <a:endParaRPr lang="en-US" sz="2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sync-zwire-theme = true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573270"/>
            <a:ext cx="10515600" cy="155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A file watcher on ~/.zwire/global.toml re-applies the theme immediately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Build options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build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141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chemeClr val="bg2"/>
                </a:solidFill>
              </a:rPr>
              <a:t>The embedded scripting languages live behind the scripting Cargo feature, on by default. Disable default features and keep git for a leaner binary.</a:t>
            </a:r>
            <a:endParaRPr lang="en-US" sz="2300" dirty="0"/>
          </a:p>
        </p:txBody>
      </p:sp>
      <p:sp>
        <p:nvSpPr>
          <p:cNvPr id="6" name="Shape 3"/>
          <p:cNvSpPr/>
          <p:nvPr/>
        </p:nvSpPr>
        <p:spPr>
          <a:xfrm>
            <a:off x="822960" y="2832735"/>
            <a:ext cx="10515600" cy="883920"/>
          </a:xfrm>
          <a:prstGeom prst="roundRect">
            <a:avLst>
              <a:gd name="adj" fmla="val 1241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3061335"/>
            <a:ext cx="98755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cargo build --bin zmax --no-default-features --features git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Port report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report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10458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Coverage is measured against the cited feature inventories of other terminal editors and re-derived from zmax source on every run. The live numbers are in the generated report, never hardcoded.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822960" y="2737485"/>
            <a:ext cx="10515600" cy="985520"/>
          </a:xfrm>
          <a:prstGeom prst="roundRect">
            <a:avLst>
              <a:gd name="adj" fmla="val 11134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966085"/>
            <a:ext cx="987552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6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scripts/gen_port_report.py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97325"/>
            <a:ext cx="10515600" cy="2129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docs/port_report.md and docs/port_report.html</a:t>
            </a:r>
            <a:endParaRPr lang="en-US" sz="3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3000" dirty="0">
                <a:solidFill>
                  <a:schemeClr val="bg2"/>
                </a:solidFill>
              </a:rPr>
              <a:t>docs/keybinding_report.md for the key-press surface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2"/>
                </a:solidFill>
              </a:rPr>
              <a:t>Cheat sheet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6263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users / cheat-sheet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463040"/>
            <a:ext cx="105156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bg2"/>
                </a:solidFill>
              </a:rPr>
              <a:t>A page people can photograph.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822960" y="2118360"/>
            <a:ext cx="10515600" cy="3708400"/>
          </a:xfrm>
          <a:prstGeom prst="roundRect">
            <a:avLst>
              <a:gd name="adj" fmla="val 2959"/>
            </a:avLst>
          </a:prstGeom>
          <a:solidFill>
            <a:schemeClr val="tx2"/>
          </a:solidFill>
          <a:ln w="12700">
            <a:solidFill>
              <a:srgbClr val="4A1A5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143000" y="2346960"/>
            <a:ext cx="9875520" cy="325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MenkeTechnologies/menketech/zmax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-g fetch &amp;&amp; zmax -g build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:keymap &lt;name&gt;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:ide  (F2)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:Files  :Rg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:repl  (SPC a r)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:zmax-native add owner/repo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:help  (SPC h h)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/private/tmp/claude-501/-Users-wizard-RustroverProjects-zshrs/2555d359-9a79-4736-9207-869cc21577b1/scratchpad/zmax_logo/logo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4008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3200400" y="8229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zmax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320040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zmax for users</a:t>
            </a:r>
            <a:endParaRPr lang="en-US" sz="2200" dirty="0"/>
          </a:p>
        </p:txBody>
      </p:sp>
      <p:sp>
        <p:nvSpPr>
          <p:cNvPr id="6" name="Text 2"/>
          <p:cNvSpPr txBox="1"/>
          <p:nvPr/>
        </p:nvSpPr>
        <p:spPr>
          <a:xfrm>
            <a:off x="822960" y="32004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822960" y="4937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5"/>
                </a:solidFill>
              </a:rPr>
              <a:t>github.com/MenkeTechnologies/zmax</a:t>
            </a:r>
            <a:endParaRPr lang="en-US" sz="2600" dirty="0"/>
          </a:p>
        </p:txBody>
      </p:sp>
      <p:sp>
        <p:nvSpPr>
          <p:cNvPr id="8" name="Text 0"/>
          <p:cNvSpPr/>
          <p:nvPr>
            <p:ph idx="101" type="title" hasCustomPrompt="1"/>
          </p:nvPr>
        </p:nvSpPr>
        <p:spPr>
          <a:xfrm>
            <a:off x="822960" y="4572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26364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chemeClr val="accent5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zshrs talk">
  <a:themeElements>
    <a:clrScheme name="zshrs talk">
      <a:dk1>
        <a:srgbClr val="05050A"/>
      </a:dk1>
      <a:lt1>
        <a:srgbClr val="0D0A1E"/>
      </a:lt1>
      <a:dk2>
        <a:srgbClr val="11112A"/>
      </a:dk2>
      <a:lt2>
        <a:srgbClr val="E6F4FF"/>
      </a:lt2>
      <a:accent1>
        <a:srgbClr val="05D9E8"/>
      </a:accent1>
      <a:accent2>
        <a:srgbClr val="05D9E8"/>
      </a:accent2>
      <a:accent3>
        <a:srgbClr val="FF2A6D"/>
      </a:accent3>
      <a:accent4>
        <a:srgbClr val="D300C5"/>
      </a:accent4>
      <a:accent5>
        <a:srgbClr val="9A9AB8"/>
      </a:accent5>
      <a:accent6>
        <a:srgbClr val="6A6A8C"/>
      </a:accent6>
      <a:hlink>
        <a:srgbClr val="05D9E8"/>
      </a:hlink>
      <a:folHlink>
        <a:srgbClr val="9A9AB8"/>
      </a:folHlink>
    </a:clrScheme>
    <a:fontScheme name="zshrs ta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zmax for users</dc:title>
  <dc:subject>PptxGenJS Presentation</dc:subject>
  <dc:creator>PptxGenJS</dc:creator>
  <cp:lastModifiedBy>PptxGenJS</cp:lastModifiedBy>
  <cp:revision>1</cp:revision>
  <dcterms:created xsi:type="dcterms:W3CDTF">2026-10-10T01:17:59Z</dcterms:created>
  <dcterms:modified xsi:type="dcterms:W3CDTF">2026-10-10T01:17:59Z</dcterms:modified>
</cp:coreProperties>
</file>